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5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9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57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7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70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58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3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88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9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5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650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701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0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5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722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277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7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15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t>ML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Credit Card Default Risk Prediction System</a:t>
            </a:r>
            <a:r>
              <a:rPr lang="en-US" dirty="0"/>
              <a:t> (Classification)</a:t>
            </a:r>
            <a:endParaRPr dirty="0"/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Author: Dinesh 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Finance Domain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Problem</a:t>
            </a:r>
            <a:r>
              <a:rPr lang="en-US" dirty="0"/>
              <a:t>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Banks face financial losses due to customer defaults.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ML helps predict risk early to reduce losses and improve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Dataset </a:t>
            </a:r>
            <a:r>
              <a:rPr lang="en-US" dirty="0"/>
              <a:t>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UCI Credit Card Default Dataset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30,000 customers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23 features + 1 target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Demographics + Payment history + Bills +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Missing Value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Handled </a:t>
            </a:r>
            <a:r>
              <a:rPr dirty="0"/>
              <a:t>using Median Imputation to avoid outlier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Feature Engineering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Removed ID column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Target renamed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Features scaled using StandardScaler for fair model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Logistic Regression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Decision Tree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Random Forest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Support Vector Machine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Final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Tuned Random Forest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ROC-AUC ≈ 0.77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Recall ≈ 0.57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Best balance between risk detection and stability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Accuracy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ROC-AUC (primary)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Recall (for default class – business critical)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DD01-3AE7-2857-797F-CD6E134A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300" b="1" dirty="0">
                <a:solidFill>
                  <a:schemeClr val="accent5">
                    <a:lumMod val="50000"/>
                  </a:schemeClr>
                </a:solidFill>
              </a:rPr>
              <a:t>Confusion Matrix – Final Model (Tuned Random Forest)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2023-B945-7B26-FBA5-3C5660ED9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2900" dirty="0">
                <a:solidFill>
                  <a:schemeClr val="bg1"/>
                </a:solidFill>
              </a:rPr>
              <a:t>• Shows actual vs predicted default outcomes</a:t>
            </a:r>
          </a:p>
          <a:p>
            <a:r>
              <a:rPr lang="en-US" sz="2900" dirty="0">
                <a:solidFill>
                  <a:schemeClr val="bg1"/>
                </a:solidFill>
              </a:rPr>
              <a:t>• Helps identify business-critical errors</a:t>
            </a:r>
          </a:p>
          <a:p>
            <a:endParaRPr lang="en-US" sz="2900" dirty="0">
              <a:solidFill>
                <a:schemeClr val="bg1"/>
              </a:solidFill>
            </a:endParaRPr>
          </a:p>
          <a:p>
            <a:r>
              <a:rPr lang="en-US" sz="2900" dirty="0">
                <a:solidFill>
                  <a:schemeClr val="bg1"/>
                </a:solidFill>
              </a:rPr>
              <a:t>Key Terms:</a:t>
            </a:r>
          </a:p>
          <a:p>
            <a:r>
              <a:rPr lang="en-US" sz="2900" dirty="0">
                <a:solidFill>
                  <a:schemeClr val="bg1"/>
                </a:solidFill>
              </a:rPr>
              <a:t>TP – Correctly predicted defaulters</a:t>
            </a:r>
          </a:p>
          <a:p>
            <a:r>
              <a:rPr lang="en-US" sz="2900" dirty="0">
                <a:solidFill>
                  <a:schemeClr val="bg1"/>
                </a:solidFill>
              </a:rPr>
              <a:t>TN – Correctly predicted non-defaulters</a:t>
            </a:r>
          </a:p>
          <a:p>
            <a:r>
              <a:rPr lang="en-US" sz="2900" dirty="0">
                <a:solidFill>
                  <a:schemeClr val="bg1"/>
                </a:solidFill>
              </a:rPr>
              <a:t>FP – Safe customers predicted as risky</a:t>
            </a:r>
          </a:p>
          <a:p>
            <a:r>
              <a:rPr lang="en-US" sz="2900" dirty="0">
                <a:solidFill>
                  <a:schemeClr val="bg1"/>
                </a:solidFill>
              </a:rPr>
              <a:t>FN – Defaulters missed by the model (most dangerous)</a:t>
            </a:r>
          </a:p>
          <a:p>
            <a:endParaRPr lang="en-US" sz="2900" dirty="0">
              <a:solidFill>
                <a:schemeClr val="bg1"/>
              </a:solidFill>
            </a:endParaRPr>
          </a:p>
          <a:p>
            <a:r>
              <a:rPr lang="en-US" sz="2900" dirty="0">
                <a:solidFill>
                  <a:schemeClr val="bg1"/>
                </a:solidFill>
              </a:rPr>
              <a:t>Business Insight:</a:t>
            </a:r>
          </a:p>
          <a:p>
            <a:r>
              <a:rPr lang="en-US" sz="2900" dirty="0">
                <a:solidFill>
                  <a:schemeClr val="bg1"/>
                </a:solidFill>
              </a:rPr>
              <a:t>Reducing False Negatives is the top priority because missed defaulters cause direct financial loss.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89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Class Imbalance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Dataset is imbalanced (more non-defaulters)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Used Recall &amp; ROC-AUC instead of only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Streamlit Web Application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User-friendly UI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Real-time customer risk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 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Reduced financial risk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Faster loan decisions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Automated credit scoring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Improved customer segmentation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rPr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>
                <a:solidFill>
                  <a:srgbClr val="2D2D2D"/>
                </a:solidFill>
              </a:defRPr>
            </a:pPr>
            <a:endParaRPr dirty="0"/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Live banking data integration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Automated retraining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rPr dirty="0"/>
              <a:t>Fraud detection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D2D2D"/>
                </a:solidFill>
              </a:defRPr>
            </a:pPr>
            <a:r>
              <a:t>This project delivers a complete industry-grade ML solution for credit risk management.</a:t>
            </a:r>
          </a:p>
          <a:p>
            <a:pPr>
              <a:defRPr sz="1800">
                <a:solidFill>
                  <a:srgbClr val="2D2D2D"/>
                </a:solidFill>
              </a:defRPr>
            </a:pPr>
            <a:r>
              <a:t>Combines technical accuracy with business value.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51</TotalTime>
  <Words>300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ML Project Overview</vt:lpstr>
      <vt:lpstr>Problem Statement</vt:lpstr>
      <vt:lpstr> Dataset Description</vt:lpstr>
      <vt:lpstr> Missing Value Handling</vt:lpstr>
      <vt:lpstr> Feature Engineering &amp; Scaling</vt:lpstr>
      <vt:lpstr> Models Used</vt:lpstr>
      <vt:lpstr> Final Model Selection</vt:lpstr>
      <vt:lpstr> Evaluation Metrics</vt:lpstr>
      <vt:lpstr>Confusion Matrix – Final Model (Tuned Random Forest) </vt:lpstr>
      <vt:lpstr> Class Imbalance Handling</vt:lpstr>
      <vt:lpstr> Deployment Strategy</vt:lpstr>
      <vt:lpstr> Business Benefits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</dc:creator>
  <cp:keywords/>
  <dc:description>generated using python-pptx</dc:description>
  <cp:lastModifiedBy>Dinesh S</cp:lastModifiedBy>
  <cp:revision>7</cp:revision>
  <dcterms:created xsi:type="dcterms:W3CDTF">2013-01-27T09:14:16Z</dcterms:created>
  <dcterms:modified xsi:type="dcterms:W3CDTF">2026-01-18T12:25:53Z</dcterms:modified>
  <cp:category/>
</cp:coreProperties>
</file>